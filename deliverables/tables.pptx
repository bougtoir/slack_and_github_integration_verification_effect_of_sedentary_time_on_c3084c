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Table 1. Characteristics of included studies in the systematic review.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9144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1532665"/>
                <a:gridCol w="1532665"/>
                <a:gridCol w="1532665"/>
                <a:gridCol w="1532665"/>
                <a:gridCol w="1532665"/>
                <a:gridCol w="1532665"/>
              </a:tblGrid>
              <a:tr h="1645920">
                <a:tc>
                  <a:txBody>
                    <a:bodyPr/>
                    <a:lstStyle/>
                    <a:p>
                      <a:r>
                        <a:t>Study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Follow-up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Sedentary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T2D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Adjustments</a:t>
                      </a:r>
                    </a:p>
                  </a:txBody>
                  <a:tcPr/>
                </a:tc>
              </a:tr>
              <a:tr h="1645920">
                <a:tc>
                  <a:txBody>
                    <a:bodyPr/>
                    <a:lstStyle/>
                    <a:p>
                      <a:r>
                        <a:t>[Study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[Country]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[years]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[Self-report/Device]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[cases]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[list]</a:t>
                      </a:r>
                    </a:p>
                  </a:txBody>
                  <a:tcPr/>
                </a:tc>
              </a:tr>
              <a:tr h="1645920">
                <a:tc>
                  <a:txBody>
                    <a:bodyPr/>
                    <a:lstStyle/>
                    <a:p>
                      <a:r>
                        <a:t>[Study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[Country]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[years]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[Self-report/Device]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[cases]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[list]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